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255695" y="2357428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12308" y="85645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5" y="3568777"/>
            <a:ext cx="832553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</a:t>
            </a: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3200" b="1" spc="-115" dirty="0" smtClean="0">
                <a:solidFill>
                  <a:srgbClr val="FFFFFF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IN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Support 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  <a:r>
              <a:rPr lang="en-US" sz="3200" b="1" spc="-115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endParaRPr lang="en-US" sz="3200" b="1" spc="-115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6505" y="5243019"/>
            <a:ext cx="600742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</a:t>
            </a: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Code Catalysts </a:t>
            </a:r>
            <a:endParaRPr lang="en-US" sz="3199" b="1" spc="-115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85955" y="6919947"/>
            <a:ext cx="13867354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</a:t>
            </a:r>
            <a:r>
              <a:rPr lang="en-US" sz="3199" b="1" spc="-115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Aaditi</a:t>
            </a: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spc="-115" dirty="0" err="1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Shrivastava</a:t>
            </a: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( 25BCY10019 )</a:t>
            </a:r>
            <a:endParaRPr lang="en-US" sz="3199" b="1" spc="-115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345437" lvl="1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    Diya </a:t>
            </a:r>
            <a:r>
              <a:rPr lang="en-US" sz="3199" b="1" spc="-115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Payal</a:t>
            </a: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( 25BAI10593 )</a:t>
            </a:r>
          </a:p>
          <a:p>
            <a:pPr marL="345437" lvl="1" algn="l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			      </a:t>
            </a:r>
            <a:r>
              <a:rPr lang="en-US" sz="3199" b="1" spc="-115" dirty="0" err="1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Aniket</a:t>
            </a: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spc="-115" dirty="0" err="1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Sahu</a:t>
            </a: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( 25BAI11514 )</a:t>
            </a:r>
          </a:p>
          <a:p>
            <a:pPr marL="345437" lvl="1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			      </a:t>
            </a:r>
            <a:r>
              <a:rPr lang="en-US" sz="3199" b="1" spc="-115" dirty="0" err="1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Varad</a:t>
            </a: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spc="-115" dirty="0" err="1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Prabhu</a:t>
            </a:r>
            <a:r>
              <a:rPr lang="en-US" sz="3199" b="1" spc="-115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( 25BAI10425 )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836741" y="525462"/>
            <a:ext cx="6614517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457418"/>
            <a:ext cx="15103329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Students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today face increasing levels of stress, anxiety, and emotional challenges due to academic pressure, social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                    expectations, and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lifestyle changes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. Despite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this, many students do not seek help due to fear of judgment, lack of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trust, and uncomfortable </a:t>
            </a:r>
            <a:r>
              <a:rPr lang="en-IN" sz="2800" spc="-150" dirty="0" err="1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onboarding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processes . Existing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mental health platforms are often reactive, expensive, or impersonal, failing to provide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instant low-pressure, and personalized support. There is a lack of systems that offer anonymous, proactive, and emotionally intelligent support at the early stage of distress.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IN" sz="2800" spc="-271" dirty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IN" sz="2800" spc="-271" dirty="0" smtClean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IN" sz="2800" spc="-271" dirty="0" smtClean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34737" y="5794567"/>
            <a:ext cx="1474123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>
              <a:lnSpc>
                <a:spcPts val="4759"/>
              </a:lnSpc>
              <a:spcBef>
                <a:spcPct val="0"/>
              </a:spcBef>
            </a:pPr>
            <a:endParaRPr lang="en-US" sz="3399" b="1" spc="-271" dirty="0" smtClean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 affected by this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 College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and university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students . Students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dealing with academic pressure, loneliness, or emotional stress</a:t>
            </a:r>
            <a:r>
              <a:rPr lang="en-US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 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" y="8125917"/>
            <a:ext cx="16043563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4228" lvl="1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</a:t>
            </a:r>
            <a:r>
              <a:rPr lang="en-US" sz="2800" spc="-271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?</a:t>
            </a:r>
            <a:r>
              <a:rPr lang="en-IN" sz="2800" spc="-271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</a:t>
            </a:r>
            <a:endParaRPr lang="en-IN" sz="2800" spc="-271" dirty="0" smtClean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Many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students avoid seeking help, leading to worsening mental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health. Early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support can prevent serious issues and improve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well-being.</a:t>
            </a:r>
            <a:endParaRPr lang="en-US" sz="2800" spc="-150" dirty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236519" y="2304229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308" y="170267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79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1" y="2920597"/>
            <a:ext cx="16539655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Platforms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like 7 Cups and </a:t>
            </a:r>
            <a:r>
              <a:rPr lang="en-IN" sz="2800" spc="-150" dirty="0" err="1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Wysa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provide peer support and AI-based emotional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assistance. These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systems enable users to chat anonymously or interact with AI/chat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communities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2800" spc="-271" dirty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21871" y="5278200"/>
            <a:ext cx="1652060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4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</a:t>
            </a:r>
            <a:r>
              <a:rPr lang="en-US" sz="3400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Mostly reactive – users must initiate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help. Basic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AI – limited emotional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understanding .Unstructured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support – no quick, guided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sessions . Weak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matching – not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personalized .Limited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real-time crisis detection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21871" y="7524901"/>
            <a:ext cx="1668686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address:</a:t>
            </a:r>
            <a:endParaRPr lang="en-IN" sz="3399" b="1" spc="-271" dirty="0" smtClean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Our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project reduces hesitation by providing proactive, anonymous, and structured emotional support with intelligent matching and real-time safety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.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66873" y="2046672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48687" y="170267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041" y="3087020"/>
            <a:ext cx="16248249" cy="2392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We propose an AI-assisted, anonymous peer support platform that enables students to access emotional support instantly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without </a:t>
            </a:r>
            <a:r>
              <a:rPr lang="en-IN" sz="2800" spc="-150" dirty="0" err="1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hesitation.The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system is designed to reduce psychological barriers by removing login, identity requirements, and complex </a:t>
            </a:r>
            <a:r>
              <a:rPr lang="en-IN" sz="2800" spc="-150" dirty="0" err="1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interactions.It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combines human empathy (peer support) with AI-driven intelligence to provide safe, accessible, and personalized support.</a:t>
            </a:r>
            <a:endParaRPr lang="en-US" sz="2800" spc="-150" dirty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68809" y="5950772"/>
            <a:ext cx="16009259" cy="1161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features :</a:t>
            </a:r>
            <a:r>
              <a:rPr lang="en-US" sz="3399" b="1" spc="-150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No login, anonymous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access, Humanized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AI + proactive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detection, Smart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matching + micro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sessions Real-time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crisis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support</a:t>
            </a:r>
            <a:endParaRPr lang="en-US" sz="2800" spc="-150" dirty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50041" y="7583483"/>
            <a:ext cx="15888032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Reduces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hesitation with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frictionless entry, Provides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proactive and personalized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support, Ensures 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safe and timely intervention</a:t>
            </a:r>
            <a:endParaRPr lang="en-US" sz="2800" spc="-150" dirty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58138" y="20603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782008" y="62845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2232" y="396022"/>
            <a:ext cx="709939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972" y="2885430"/>
            <a:ext cx="5171777" cy="56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46898" y="6732260"/>
            <a:ext cx="4464695" cy="56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60011" y="0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095" y="1851758"/>
            <a:ext cx="7060536" cy="81467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4672" y="396022"/>
            <a:ext cx="10896416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WORKING PROCESS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506" y="1787188"/>
            <a:ext cx="5055102" cy="8351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294512" y="377531"/>
            <a:ext cx="4939051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5192" y="3140594"/>
            <a:ext cx="15652699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: </a:t>
            </a:r>
            <a:r>
              <a:rPr lang="en-IN" sz="2800" spc="-271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React.js </a:t>
            </a:r>
            <a:r>
              <a:rPr lang="en-IN" sz="2800" spc="-271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+ Tailwind CSS → Fast, responsive, and clean UI</a:t>
            </a:r>
            <a:endParaRPr lang="en-US" sz="2800" spc="-271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25268" y="4444286"/>
            <a:ext cx="1565262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  <a:r>
              <a:rPr lang="en-US" sz="2800" spc="-271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Firebase </a:t>
            </a:r>
            <a:r>
              <a:rPr lang="en-US" sz="2800" spc="-271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Authentication → Secure anonymous + volunteer loginNode.js (optional logic layer) → Handles matching &amp; AI integration</a:t>
            </a:r>
            <a:endParaRPr lang="en-US" sz="2800" spc="-271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5192" y="6263719"/>
            <a:ext cx="1063735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 : </a:t>
            </a:r>
            <a:r>
              <a:rPr lang="en-IN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Cloud </a:t>
            </a:r>
            <a:r>
              <a:rPr lang="en-IN" sz="2800" spc="-150" dirty="0" err="1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Firestore</a:t>
            </a:r>
            <a:r>
              <a:rPr lang="en-IN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→ Real-time, scalable data storage</a:t>
            </a:r>
            <a:endParaRPr lang="en-US" sz="2800" spc="-150" dirty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7467600"/>
            <a:ext cx="1662199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Tools &amp; APIs (with reason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) : </a:t>
            </a:r>
            <a:r>
              <a:rPr lang="en-US" sz="2800" spc="-150" dirty="0" err="1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OpenAI</a:t>
            </a:r>
            <a:r>
              <a:rPr lang="en-US" sz="2800" spc="-150" dirty="0" smtClean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API / NLP models → Sentiment analysis &amp; emotion </a:t>
            </a:r>
            <a:r>
              <a:rPr lang="en-US" sz="2800" spc="-150" dirty="0" err="1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detectionJitsi</a:t>
            </a:r>
            <a:r>
              <a:rPr lang="en-US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Meet API → Secure video/audio peer </a:t>
            </a:r>
            <a:r>
              <a:rPr lang="en-US" sz="2800" spc="-150" dirty="0" err="1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sessionsEmailJS</a:t>
            </a:r>
            <a:r>
              <a:rPr lang="en-US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/ Firebase Notifications → Alerts &amp; crisis </a:t>
            </a:r>
            <a:r>
              <a:rPr lang="en-US" sz="2800" spc="-150" dirty="0" err="1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escalationFirebase</a:t>
            </a:r>
            <a:r>
              <a:rPr lang="en-US" sz="2800" spc="-150" dirty="0">
                <a:solidFill>
                  <a:srgbClr val="FFFFFF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Hosting → Easy deployment &amp; scalability</a:t>
            </a:r>
            <a:endParaRPr lang="en-US" sz="2800" spc="-150" dirty="0">
              <a:solidFill>
                <a:srgbClr val="FFFFFF"/>
              </a:solidFill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8700" y="1965148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70781" y="243224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30032" y="376633"/>
            <a:ext cx="916360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6733" y="145975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308" y="36469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083" y="2552700"/>
            <a:ext cx="14630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428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896552" y="377591"/>
            <a:ext cx="1108211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8" y="3081217"/>
            <a:ext cx="17386622" cy="1161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 :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Increased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student engagement in mental health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support. Faster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access to early-stage emotional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assistance. Improved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effectiveness of peer support systems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91778" y="5057775"/>
            <a:ext cx="1718840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 :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Safe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and anonymous environment to express </a:t>
            </a:r>
            <a:r>
              <a:rPr lang="en-IN" sz="2800" spc="-150" dirty="0" err="1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feelingsLow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-pressure, instant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support. Personalized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and emotion-aware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interaction.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01303" y="7038340"/>
            <a:ext cx="1689471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 :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Reduces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mental health stigma in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campuses. Prevents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escalation of serious emotional </a:t>
            </a:r>
            <a:r>
              <a:rPr lang="en-IN" sz="2800" spc="-150" dirty="0" err="1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issuesScalable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 solution for colleges and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institutions.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65415" y="144186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9036" y="-160122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174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7" y="3173674"/>
            <a:ext cx="17220367" cy="1161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improvements :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Advanced AI models for deeper emotional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understanding. Integration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with professional therapists &amp;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helplines. Mobile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app development for wider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accessibility.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12140" y="6452634"/>
            <a:ext cx="1710960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: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Can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be implemented across colleges and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universities. Easily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scalable using cloud-based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architecture. Potential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to expand into corporate and public mental health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systems.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28158" y="4806122"/>
            <a:ext cx="16846370" cy="1171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4228" lvl="1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summary :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We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built a system that reduces hesitation in seeking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help. Combines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AI + peer support for effective emotional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assistance. Focuses </a:t>
            </a:r>
            <a:r>
              <a:rPr lang="en-IN" sz="2800" spc="-150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on anonymity, safety, and user </a:t>
            </a:r>
            <a:r>
              <a:rPr lang="en-IN" sz="2800" spc="-150" dirty="0" smtClean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comfort.</a:t>
            </a:r>
            <a:endParaRPr lang="en-US" sz="2800" spc="-150" dirty="0">
              <a:solidFill>
                <a:srgbClr val="FFFFFF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308" y="0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660</Words>
  <Application>Microsoft Office PowerPoint</Application>
  <PresentationFormat>Custom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diyap</dc:creator>
  <cp:lastModifiedBy>diyapayal4408@gmail.com</cp:lastModifiedBy>
  <cp:revision>16</cp:revision>
  <dcterms:modified xsi:type="dcterms:W3CDTF">2026-04-02T14:41:11Z</dcterms:modified>
</cp:coreProperties>
</file>